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972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2D77BE"/>
                </a:solidFill>
                <a:latin typeface="Noto Sans CJK SC"/>
              </a:rPr>
              <a:t>重点问题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6424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83254"/>
                </a:solidFill>
                <a:latin typeface="Noto Sans CJK SC"/>
              </a:rPr>
              <a:t>海量小文件可能让 inode 先于磁盘容量耗尽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972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647284"/>
                </a:solidFill>
                <a:latin typeface="Noto Sans CJK SC"/>
              </a:rPr>
              <a:t>当前快照：字节已用约 80%，inode 已用约 26.6%；这是一条需要提前监控的风险，不是“当前 inode 已满”。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27048"/>
            <a:ext cx="6656832" cy="4553712"/>
          </a:xfrm>
          <a:prstGeom prst="roundRect">
            <a:avLst/>
          </a:prstGeom>
          <a:solidFill>
            <a:srgbClr val="FAFCFF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612648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183254"/>
                </a:solidFill>
                <a:latin typeface="Noto Sans CJK SC"/>
              </a:rPr>
              <a:t>sto-gen2 · NFS 服务端配额快照（df -i / statvfs）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21408"/>
            <a:ext cx="2971800" cy="1417320"/>
          </a:xfrm>
          <a:prstGeom prst="roundRect">
            <a:avLst/>
          </a:prstGeom>
          <a:solidFill>
            <a:srgbClr val="F1F7FD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21408"/>
            <a:ext cx="64008" cy="1417320"/>
          </a:xfrm>
          <a:prstGeom prst="roundRect">
            <a:avLst/>
          </a:prstGeom>
          <a:solidFill>
            <a:srgbClr val="2D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79"/>
            <a:ext cx="2660904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2D77BE"/>
                </a:solidFill>
                <a:latin typeface="Noto Sans CJK SC"/>
              </a:rPr>
              <a:t>字节容量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78608"/>
            <a:ext cx="2660904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263141"/>
                </a:solidFill>
                <a:latin typeface="Noto Sans CJK SC"/>
              </a:rPr>
              <a:t>总量 10.445 TB
已用 8.391 TB · 可用 2.054 TB
使用率 80.3%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05072" y="2121408"/>
            <a:ext cx="2962656" cy="1417320"/>
          </a:xfrm>
          <a:prstGeom prst="roundRect">
            <a:avLst/>
          </a:prstGeom>
          <a:solidFill>
            <a:srgbClr val="F2F9F4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5072" y="2121408"/>
            <a:ext cx="64008" cy="1417320"/>
          </a:xfrm>
          <a:prstGeom prst="roundRect">
            <a:avLst/>
          </a:prstGeom>
          <a:solidFill>
            <a:srgbClr val="39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2240279"/>
            <a:ext cx="265176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98B57"/>
                </a:solidFill>
                <a:latin typeface="Noto Sans CJK SC"/>
              </a:rPr>
              <a:t>inode 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2578608"/>
            <a:ext cx="265176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20" b="0">
                <a:solidFill>
                  <a:srgbClr val="263141"/>
                </a:solidFill>
                <a:latin typeface="Noto Sans CJK SC"/>
              </a:rPr>
              <a:t>总量 318,767,099
已用 84,791,781 · 可用 233,975,318
使用率 26.6%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675887"/>
            <a:ext cx="2743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647284"/>
                </a:solidFill>
                <a:latin typeface="Noto Sans CJK SC"/>
              </a:rPr>
              <a:t>字节使用率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950208"/>
            <a:ext cx="5870448" cy="201168"/>
          </a:xfrm>
          <a:prstGeom prst="roundRect">
            <a:avLst/>
          </a:prstGeom>
          <a:solidFill>
            <a:srgbClr val="E4E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" y="3950208"/>
            <a:ext cx="4718304" cy="201168"/>
          </a:xfrm>
          <a:prstGeom prst="roundRect">
            <a:avLst/>
          </a:prstGeom>
          <a:solidFill>
            <a:srgbClr val="2D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365760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1200" b="1">
                <a:solidFill>
                  <a:srgbClr val="2D77BE"/>
                </a:solidFill>
                <a:latin typeface="Noto Sans CJK SC"/>
              </a:rPr>
              <a:t>80.3%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52544"/>
            <a:ext cx="2743200" cy="201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647284"/>
                </a:solidFill>
                <a:latin typeface="Noto Sans CJK SC"/>
              </a:rPr>
              <a:t>inode 使用率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626864"/>
            <a:ext cx="5870448" cy="201168"/>
          </a:xfrm>
          <a:prstGeom prst="roundRect">
            <a:avLst/>
          </a:prstGeom>
          <a:solidFill>
            <a:srgbClr val="E4E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626864"/>
            <a:ext cx="1563624" cy="201168"/>
          </a:xfrm>
          <a:prstGeom prst="roundRect">
            <a:avLst/>
          </a:prstGeom>
          <a:solidFill>
            <a:srgbClr val="39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334256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/>
            <a:r>
              <a:rPr sz="1200" b="1">
                <a:solidFill>
                  <a:srgbClr val="398B57"/>
                </a:solidFill>
                <a:latin typeface="Noto Sans CJK SC"/>
              </a:rPr>
              <a:t>26.6%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074920"/>
            <a:ext cx="6144768" cy="749808"/>
          </a:xfrm>
          <a:prstGeom prst="roundRect">
            <a:avLst/>
          </a:prstGeom>
          <a:solidFill>
            <a:srgbClr val="FFF9EF"/>
          </a:solidFill>
          <a:ln w="8890">
            <a:solidFill>
              <a:srgbClr val="EFD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4128" y="5193792"/>
            <a:ext cx="5760720" cy="6217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30" b="1">
                <a:solidFill>
                  <a:srgbClr val="775319"/>
                </a:solidFill>
                <a:latin typeface="Noto Sans CJK SC"/>
              </a:rPr>
              <a:t>临界直觉：可用字节 ÷ 可用 inode ≈ 8.78 KB / 新文件
若平均实际占用 4–8 KB，理论上 inode 会先耗尽；16 KB 则字节更可能先耗尽。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527048"/>
            <a:ext cx="4142232" cy="2084831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79792" y="1527048"/>
            <a:ext cx="64008" cy="2084831"/>
          </a:xfrm>
          <a:prstGeom prst="roundRect">
            <a:avLst/>
          </a:prstGeom>
          <a:solidFill>
            <a:srgbClr val="2D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1645919"/>
            <a:ext cx="383133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2D77BE"/>
                </a:solidFill>
                <a:latin typeface="Noto Sans CJK SC"/>
              </a:rPr>
              <a:t>这组数字说明什么？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1" y="1984248"/>
            <a:ext cx="3831336" cy="1536191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50" b="0">
                <a:solidFill>
                  <a:srgbClr val="263141"/>
                </a:solidFill>
                <a:latin typeface="Noto Sans CJK SC"/>
              </a:rPr>
              <a:t>• df -i 报的是 NFS 服务端向该挂载提供的 inode 额度，不是 SSD 物理“最多文件数”。
• 现在 inode 仍有 2.34 亿余量，不能把快照写成告警。
• 但每个 Job/Task 的 json、日志、缓存和目录都会消耗 inode。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3776472"/>
            <a:ext cx="4142232" cy="2304288"/>
          </a:xfrm>
          <a:prstGeom prst="roundRect">
            <a:avLst/>
          </a:prstGeom>
          <a:solidFill>
            <a:srgbClr val="F2F9F4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79792" y="3776472"/>
            <a:ext cx="64008" cy="2304288"/>
          </a:xfrm>
          <a:prstGeom prst="roundRect">
            <a:avLst/>
          </a:prstGeom>
          <a:solidFill>
            <a:srgbClr val="39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62671" y="3895344"/>
            <a:ext cx="3831336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500" b="1">
                <a:solidFill>
                  <a:srgbClr val="398B57"/>
                </a:solidFill>
                <a:latin typeface="Noto Sans CJK SC"/>
              </a:rPr>
              <a:t>系统已有办法 / 应补的监控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1" y="4233672"/>
            <a:ext cx="3831336" cy="17556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20" b="0">
                <a:solidFill>
                  <a:srgbClr val="263141"/>
                </a:solidFill>
                <a:latin typeface="Noto Sans CJK SC"/>
              </a:rPr>
              <a:t>已有：3aeb40c 将 trace copy 改为 Job 内相对 symlink；5cc0a1f 引入按仓库清理可再生产物。
建议：同时采集 df -h、df -i、文件数、增长速率，计算“字节耗尽时间 vs inode 耗尽时间”；对小文件风暴限流，冷归档时打包。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10160">
            <a:solidFill>
              <a:srgbClr val="DC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47104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284"/>
                </a:solidFill>
                <a:latin typeface="Noto Sans CJK SC"/>
              </a:rPr>
              <a:t>证据：df -B1 / df -i 现场测量（2026-09-09 15:15，scope=sto-gen2 全卷）；历史修复：git 3aeb40c、5cc0a1f。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972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2D77BE"/>
                </a:solidFill>
                <a:latin typeface="Noto Sans CJK SC"/>
              </a:rPr>
              <a:t>重点问题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6424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83254"/>
                </a:solidFill>
                <a:latin typeface="Noto Sans CJK SC"/>
              </a:rPr>
              <a:t>API 报错多、流式中途失败；恢复可行但有损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972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647284"/>
                </a:solidFill>
                <a:latin typeface="Noto Sans CJK SC"/>
              </a:rPr>
              <a:t>目标：让一次模型调用先被 Stabilizer 截获，避免半截输出泄漏；同时把 Job 恢复的损失边界说清楚。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810512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563624"/>
            <a:ext cx="1591056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2D77BE"/>
                </a:solidFill>
                <a:latin typeface="Noto Sans CJK SC"/>
              </a:rPr>
              <a:t>capacity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810512"/>
            <a:ext cx="1591056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model_at_capacity / overloaded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8" y="1481328"/>
            <a:ext cx="1810512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96896" y="1563624"/>
            <a:ext cx="1591056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CD8426"/>
                </a:solidFill>
                <a:latin typeface="Noto Sans CJK SC"/>
              </a:rPr>
              <a:t>429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96896" y="1810512"/>
            <a:ext cx="1591056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rate_limited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481328"/>
            <a:ext cx="1810512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563624"/>
            <a:ext cx="1591056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C54A46"/>
                </a:solidFill>
                <a:latin typeface="Noto Sans CJK SC"/>
              </a:rPr>
              <a:t>5xx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1810512"/>
            <a:ext cx="1591056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upstream_server_error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7648" y="1481328"/>
            <a:ext cx="1810512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1563624"/>
            <a:ext cx="1591056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8458A3"/>
                </a:solidFill>
                <a:latin typeface="Noto Sans CJK SC"/>
              </a:rPr>
              <a:t>403/401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1810512"/>
            <a:ext cx="1591056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forbidden / auth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481328"/>
            <a:ext cx="1810512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1563624"/>
            <a:ext cx="1591056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1B9189"/>
                </a:solidFill>
                <a:latin typeface="Noto Sans CJK SC"/>
              </a:rPr>
              <a:t>断流/截断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1810512"/>
            <a:ext cx="1591056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ReadError / no completed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8128" y="1481328"/>
            <a:ext cx="2011680" cy="749808"/>
          </a:xfrm>
          <a:prstGeom prst="roundRect">
            <a:avLst/>
          </a:prstGeom>
          <a:solidFill>
            <a:srgbClr val="F9FAFC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77855" y="1563624"/>
            <a:ext cx="1792224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5A697D"/>
                </a:solidFill>
                <a:latin typeface="Noto Sans CJK SC"/>
              </a:rPr>
              <a:t>上下文超限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77855" y="1810512"/>
            <a:ext cx="1792224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950" b="0">
                <a:solidFill>
                  <a:srgbClr val="647284"/>
                </a:solidFill>
                <a:latin typeface="Noto Sans CJK SC"/>
              </a:rPr>
              <a:t>context_length_exceeded
原码保留，不盲重试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450592"/>
            <a:ext cx="6629400" cy="3319272"/>
          </a:xfrm>
          <a:prstGeom prst="roundRect">
            <a:avLst/>
          </a:prstGeom>
          <a:solidFill>
            <a:srgbClr val="F8FBFE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2660904"/>
            <a:ext cx="60350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83254"/>
                </a:solidFill>
                <a:latin typeface="Noto Sans CJK SC"/>
              </a:rPr>
              <a:t>一次 Responses 调用的安全交付路径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3291840"/>
            <a:ext cx="1298448" cy="731520"/>
          </a:xfrm>
          <a:prstGeom prst="roundRect">
            <a:avLst/>
          </a:prstGeom>
          <a:solidFill>
            <a:srgbClr val="F1F7FD"/>
          </a:solidFill>
          <a:ln w="8890">
            <a:solidFill>
              <a:srgbClr val="B2D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3383280"/>
            <a:ext cx="1115568" cy="49377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2D77BE"/>
                </a:solidFill>
                <a:latin typeface="Noto Sans CJK SC"/>
              </a:rPr>
              <a:t>模型请求
SSE 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240280" y="3657600"/>
            <a:ext cx="612648" cy="0"/>
          </a:xfrm>
          <a:prstGeom prst="line">
            <a:avLst/>
          </a:prstGeom>
          <a:ln w="27940">
            <a:solidFill>
              <a:srgbClr val="2D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340864" y="3383280"/>
            <a:ext cx="41148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2D77BE"/>
                </a:solidFill>
                <a:latin typeface="Noto Sans CJK SC"/>
              </a:rPr>
              <a:t>截获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3044952"/>
            <a:ext cx="1874519" cy="1225296"/>
          </a:xfrm>
          <a:prstGeom prst="roundRect">
            <a:avLst/>
          </a:prstGeom>
          <a:solidFill>
            <a:srgbClr val="E8F8F4"/>
          </a:solidFill>
          <a:ln w="8890">
            <a:solidFill>
              <a:srgbClr val="A9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99232" y="3273552"/>
            <a:ext cx="164592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600" b="1">
                <a:solidFill>
                  <a:srgbClr val="1B9189"/>
                </a:solidFill>
                <a:latin typeface="Noto Sans CJK SC"/>
              </a:rPr>
              <a:t>Stabilizer
完整缓存 + 分类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782312" y="3154680"/>
            <a:ext cx="704088" cy="301752"/>
          </a:xfrm>
          <a:prstGeom prst="line">
            <a:avLst/>
          </a:prstGeom>
          <a:ln w="25400">
            <a:solidFill>
              <a:srgbClr val="39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782312" y="3886200"/>
            <a:ext cx="704088" cy="301752"/>
          </a:xfrm>
          <a:prstGeom prst="line">
            <a:avLst/>
          </a:prstGeom>
          <a:ln w="25400">
            <a:solidFill>
              <a:srgbClr val="C54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513832" y="2798064"/>
            <a:ext cx="1316736" cy="694944"/>
          </a:xfrm>
          <a:prstGeom prst="roundRect">
            <a:avLst/>
          </a:prstGeom>
          <a:solidFill>
            <a:srgbClr val="F2F9F4"/>
          </a:solidFill>
          <a:ln w="8890">
            <a:solidFill>
              <a:srgbClr val="B1D6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898648"/>
            <a:ext cx="1124712" cy="49377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398B57"/>
                </a:solidFill>
                <a:latin typeface="Noto Sans CJK SC"/>
              </a:rPr>
              <a:t>完整
completed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13832" y="3886200"/>
            <a:ext cx="1316736" cy="694944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05272" y="3986784"/>
            <a:ext cx="1124712" cy="49377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C54A46"/>
                </a:solidFill>
                <a:latin typeface="Noto Sans CJK SC"/>
              </a:rPr>
              <a:t>失败
丢弃前缀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800600"/>
            <a:ext cx="589788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263141"/>
                </a:solidFill>
                <a:latin typeface="Noto Sans CJK SC"/>
              </a:rPr>
              <a:t>默认关闭实时交付：只有 response.completed 后才把文本/工具事件交给 Codex。
失败、断流、429/5xx/capacity 在首个有效进度前按共享预算重放同一请求。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52360" y="2450592"/>
            <a:ext cx="4169663" cy="3319272"/>
          </a:xfrm>
          <a:prstGeom prst="roundRect">
            <a:avLst/>
          </a:prstGeom>
          <a:solidFill>
            <a:srgbClr val="FFFCF7"/>
          </a:solidFill>
          <a:ln w="8890">
            <a:solidFill>
              <a:srgbClr val="DCE3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99248" y="2660904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83254"/>
                </a:solidFill>
                <a:latin typeface="Noto Sans CJK SC"/>
              </a:rPr>
              <a:t>Job 恢复 ≠ 完整恢复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0" y="3246120"/>
            <a:ext cx="1481328" cy="749808"/>
          </a:xfrm>
          <a:prstGeom prst="roundRect">
            <a:avLst/>
          </a:prstGeom>
          <a:solidFill>
            <a:srgbClr val="F1F7FD"/>
          </a:solidFill>
          <a:ln w="8890">
            <a:solidFill>
              <a:srgbClr val="B2D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82127" y="3346704"/>
            <a:ext cx="1261872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500" b="1">
                <a:solidFill>
                  <a:srgbClr val="2D77BE"/>
                </a:solidFill>
                <a:latin typeface="Noto Sans CJK SC"/>
              </a:rPr>
              <a:t>root
session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281160" y="3621024"/>
            <a:ext cx="612648" cy="0"/>
          </a:xfrm>
          <a:prstGeom prst="line">
            <a:avLst/>
          </a:prstGeom>
          <a:ln w="27940">
            <a:solidFill>
              <a:srgbClr val="2D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921240" y="3246120"/>
            <a:ext cx="1389888" cy="749808"/>
          </a:xfrm>
          <a:prstGeom prst="roundRect">
            <a:avLst/>
          </a:prstGeom>
          <a:solidFill>
            <a:srgbClr val="F2F9F4"/>
          </a:solidFill>
          <a:ln w="8890">
            <a:solidFill>
              <a:srgbClr val="B1D6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346704"/>
            <a:ext cx="1207008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398B57"/>
                </a:solidFill>
                <a:latin typeface="Noto Sans CJK SC"/>
              </a:rPr>
              <a:t>可继续
主 session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0" y="4315968"/>
            <a:ext cx="1481328" cy="749808"/>
          </a:xfrm>
          <a:prstGeom prst="roundRect">
            <a:avLst/>
          </a:prstGeom>
          <a:solidFill>
            <a:srgbClr val="FFF9EF"/>
          </a:solidFill>
          <a:ln w="8890">
            <a:solidFill>
              <a:srgbClr val="EFD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2127" y="4416552"/>
            <a:ext cx="1261872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CD8426"/>
                </a:solidFill>
                <a:latin typeface="Noto Sans CJK SC"/>
              </a:rPr>
              <a:t>subagent
上下文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81160" y="4690872"/>
            <a:ext cx="612648" cy="0"/>
          </a:xfrm>
          <a:prstGeom prst="line">
            <a:avLst/>
          </a:prstGeom>
          <a:ln w="25400">
            <a:solidFill>
              <a:srgbClr val="CD8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21240" y="4315968"/>
            <a:ext cx="1389888" cy="749808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2680" y="4416552"/>
            <a:ext cx="1207008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C54A46"/>
                </a:solidFill>
                <a:latin typeface="Noto Sans CJK SC"/>
              </a:rPr>
              <a:t>不能恢复
只能重启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276088"/>
            <a:ext cx="35661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1">
                <a:solidFill>
                  <a:srgbClr val="785319"/>
                </a:solidFill>
                <a:latin typeface="Noto Sans CJK SC"/>
              </a:rPr>
              <a:t>recover_on_failure=true + 非 124 + root session_id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10160">
            <a:solidFill>
              <a:srgbClr val="DC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6547104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284"/>
                </a:solidFill>
                <a:latin typeface="Noto Sans CJK SC"/>
              </a:rPr>
              <a:t>源码/测试：stabilizer_service/main.py:473–618；response_delivery.py:90–147；tests/test_response_delivery.py:74–169；README.md:94–100。线上可见 ReadError 记录，但不把测试复现冒充线上事故。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10972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2D77BE"/>
                </a:solidFill>
                <a:latin typeface="Noto Sans CJK SC"/>
              </a:rPr>
              <a:t>重点问题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64240" cy="4754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83254"/>
                </a:solidFill>
                <a:latin typeface="Noto Sans CJK SC"/>
              </a:rPr>
              <a:t>任务越多，Agent 越容易忘记边界并写错路径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78992"/>
            <a:ext cx="109728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0">
                <a:solidFill>
                  <a:srgbClr val="647284"/>
                </a:solidFill>
                <a:latin typeface="Noto Sans CJK SC"/>
              </a:rPr>
              <a:t>真实日志同时出现：明确禁止访问其他 Job 后仍做整卷 find；以及目标文件/目录假设失效。重点是防越界与路径契约，不是指责某个模型。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36192"/>
            <a:ext cx="3090672" cy="4498848"/>
          </a:xfrm>
          <a:prstGeom prst="roundRect">
            <a:avLst/>
          </a:prstGeom>
          <a:solidFill>
            <a:srgbClr val="F1F7FD"/>
          </a:solidFill>
          <a:ln w="8890">
            <a:solidFill>
              <a:srgbClr val="BA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25603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2D77BE"/>
                </a:solidFill>
                <a:latin typeface="Noto Sans CJK SC"/>
              </a:rPr>
              <a:t>Skill 规定的工作边界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31136"/>
            <a:ext cx="242316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20" b="0">
                <a:solidFill>
                  <a:srgbClr val="263141"/>
                </a:solidFill>
                <a:latin typeface="Noto Sans CJK SC"/>
              </a:rPr>
              <a:t>仅限指定 workspace。
禁止访问：其他 Job、任何 cnagent-test、其他挂载卷结果。
不得进入、阅读或复制边界外内容。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456432"/>
            <a:ext cx="2542032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BA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621024"/>
            <a:ext cx="228600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1">
                <a:solidFill>
                  <a:srgbClr val="398B57"/>
                </a:solidFill>
                <a:latin typeface="Noto Sans CJK SC"/>
              </a:rPr>
              <a:t>允许：当前 Job / 指定 workspace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261104"/>
            <a:ext cx="2542032" cy="621792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2286000" cy="3931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050" b="1">
                <a:solidFill>
                  <a:srgbClr val="C54A46"/>
                </a:solidFill>
                <a:latin typeface="Noto Sans CJK SC"/>
              </a:rPr>
              <a:t>禁止：/workspace/volume/sto-gen2 全卷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239512"/>
            <a:ext cx="251460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150" b="0">
                <a:solidFill>
                  <a:srgbClr val="647284"/>
                </a:solidFill>
                <a:latin typeface="Noto Sans CJK SC"/>
              </a:rPr>
              <a:t>证据：ultra-1 stderr 第 137 行
规则与后续行为在同一 Job 内可对照。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1536192"/>
            <a:ext cx="3913632" cy="4498848"/>
          </a:xfrm>
          <a:prstGeom prst="roundRect">
            <a:avLst/>
          </a:prstGeom>
          <a:solidFill>
            <a:srgbClr val="FDFAFA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178308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C54A46"/>
                </a:solidFill>
                <a:latin typeface="Noto Sans CJK SC"/>
              </a:rPr>
              <a:t>越界扫描：从一个 Job 看到多个 Job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2340864"/>
            <a:ext cx="1298448" cy="658368"/>
          </a:xfrm>
          <a:prstGeom prst="roundRect">
            <a:avLst/>
          </a:prstGeom>
          <a:solidFill>
            <a:srgbClr val="F1F7FD"/>
          </a:solidFill>
          <a:ln w="8890">
            <a:solidFill>
              <a:srgbClr val="B2D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2414016"/>
            <a:ext cx="1115568" cy="51206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/>
            <a:r>
              <a:rPr sz="1400" b="1">
                <a:solidFill>
                  <a:srgbClr val="2D77BE"/>
                </a:solidFill>
                <a:latin typeface="Noto Sans CJK SC"/>
              </a:rPr>
              <a:t>当前 Job
Agent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23560" y="2670048"/>
            <a:ext cx="484632" cy="0"/>
          </a:xfrm>
          <a:prstGeom prst="line">
            <a:avLst/>
          </a:prstGeom>
          <a:ln w="31750">
            <a:solidFill>
              <a:srgbClr val="C54A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24144" y="2359152"/>
            <a:ext cx="32004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000" b="1">
                <a:solidFill>
                  <a:srgbClr val="C54A46"/>
                </a:solidFill>
                <a:latin typeface="Noto Sans CJK SC"/>
              </a:rPr>
              <a:t>find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212848"/>
            <a:ext cx="1408176" cy="585216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9632" y="2331720"/>
            <a:ext cx="1261872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40" b="1">
                <a:solidFill>
                  <a:srgbClr val="C54A46"/>
                </a:solidFill>
                <a:latin typeface="Noto Sans CJK SC"/>
              </a:rPr>
              <a:t>job-…-wwwQ
ops/flash_attention_forward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999232"/>
            <a:ext cx="1408176" cy="585216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3118103"/>
            <a:ext cx="1261872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40" b="1">
                <a:solidFill>
                  <a:srgbClr val="C54A46"/>
                </a:solidFill>
                <a:latin typeface="Noto Sans CJK SC"/>
              </a:rPr>
              <a:t>job-…-lINg
ops/flash_attention_forward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785615"/>
            <a:ext cx="1408176" cy="585216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904487"/>
            <a:ext cx="1261872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940" b="1">
                <a:solidFill>
                  <a:srgbClr val="C54A46"/>
                </a:solidFill>
                <a:latin typeface="Noto Sans CJK SC"/>
              </a:rPr>
              <a:t>job-…-O8gP
ops/flash_attention_forward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2" y="4800600"/>
            <a:ext cx="3246120" cy="7132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50" b="0">
                <a:solidFill>
                  <a:srgbClr val="263141"/>
                </a:solidFill>
                <a:latin typeface="Noto Sans CJK SC"/>
              </a:rPr>
              <a:t>日志第 5802–5812 行列出其他 Job 的 ops 目录。
严谨结论：已发生越界扫描/暴露路径；不声称已复制外部代码。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1536192"/>
            <a:ext cx="3547872" cy="4498848"/>
          </a:xfrm>
          <a:prstGeom prst="roundRect">
            <a:avLst/>
          </a:prstGeom>
          <a:solidFill>
            <a:srgbClr val="FFF9EF"/>
          </a:solidFill>
          <a:ln w="8890">
            <a:solidFill>
              <a:srgbClr val="EFD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783080"/>
            <a:ext cx="301752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CD8426"/>
                </a:solidFill>
                <a:latin typeface="Noto Sans CJK SC"/>
              </a:rPr>
              <a:t>路径契约失效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240280"/>
            <a:ext cx="29260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647284"/>
                </a:solidFill>
                <a:latin typeface="Noto Sans CJK SC"/>
              </a:rPr>
              <a:t>期望写入 / 读取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2542032"/>
            <a:ext cx="2999232" cy="5760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FD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2697480"/>
            <a:ext cx="2761488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150" b="1">
                <a:solidFill>
                  <a:srgbClr val="263141"/>
                </a:solidFill>
                <a:latin typeface="Noto Sans CJK SC"/>
              </a:rPr>
              <a:t>gen/csrc/kernels/&lt;operator&gt;/host.mlu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310128"/>
            <a:ext cx="292608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1">
                <a:solidFill>
                  <a:srgbClr val="647284"/>
                </a:solidFill>
                <a:latin typeface="Noto Sans CJK SC"/>
              </a:rPr>
              <a:t>实际失败形态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3611880"/>
            <a:ext cx="2999232" cy="960120"/>
          </a:xfrm>
          <a:prstGeom prst="roundRect">
            <a:avLst/>
          </a:prstGeom>
          <a:solidFill>
            <a:srgbClr val="FFF5F4"/>
          </a:solidFill>
          <a:ln w="8890">
            <a:solidFill>
              <a:srgbClr val="EBBE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776472"/>
            <a:ext cx="2761488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/>
            <a:r>
              <a:rPr sz="1220" b="1">
                <a:solidFill>
                  <a:srgbClr val="C54A46"/>
                </a:solidFill>
                <a:latin typeface="Noto Sans CJK SC"/>
              </a:rPr>
              <a:t>No such file or directory
find: tasks_info: No such file
apply_patch: failed to read 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782312"/>
            <a:ext cx="2926080" cy="694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80" b="0">
                <a:solidFill>
                  <a:srgbClr val="775319"/>
                </a:solidFill>
                <a:latin typeface="Noto Sans CJK SC"/>
              </a:rPr>
              <a:t>不能仅凭日志断言“少了一级目录”，但可以确认：路径假设失效，必须在写入前校验 cwd、绝对路径、父目录和 Job ID。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10160">
            <a:solidFill>
              <a:srgbClr val="DCE3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" y="6547104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284"/>
                </a:solidFill>
                <a:latin typeface="Noto Sans CJK SC"/>
              </a:rPr>
              <a:t>证据：job-bangc-langtime-gpt-6-astra-ultra-1…/executor_stderr.log:137, 5802–5812, 46573；ultra-2…/executor_stderr.log:5111, 8048, 11712, 11729。建议：目录白名单 + 绝对路径 API + parent mkdir/realpath 校验 + 只读依赖索引。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