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证据边界：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1. inode 快照来自 inode_snapshot.json，采集于 2026-09-09 15:15 +08:00。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2. Job …7x4W：09-08 19:21:54 cleaned Job Task temp directories removed=69 skipped=0；19:22:28 pruned artifacts cnagent-skill removed=13 skipped=0。removed 是路径数量，不是文件或 inode 数量。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3. 5cc0a1f (2026-05-25): support delete small files；3aeb40c (2026-05-11): trace 从复制改为相对 symlink。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4. 当前快照是在已有清理策略下观测到的状态。尚无修复前后同一批 Job 的 inode 配对计量，不声称量化下降幅度。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5. 仓库目录按注册策略删除；default会在整个Job root按垃圾后缀递归清理。.cnagent_tmp即使artifact_retention=all仍清。当前值不是历史故障峰值。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证据与实现边界：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1. 线上聚合日志存在 status_code=200 的 capacity 事件，体现 HTTP 成功与 Responses 终态成功不同。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2. 表中同时列出线上日志、源码识别分支与测试覆盖的错误签名，不主张全部在同一次事故里出现。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3. f757a78 (2026-09-07) 的默认 buffered Responses：完整缓存到合法 response.completed 且正常收尾，之后才交付；在交付前，即使上游已有文本/工具增量，仍可以丢弃失败前缀并按预算重放。只有显式开启实时流时，才受到首个有效进度的重试边界限制。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4. 终态不可恢复错误保留 code：context_length_exceeded、invalid_request_error、content_policy_violation 等。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5. 自动恢复仅恢复 root session，subagent 不能完整续接。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6. 本页对已实现功能的结论基于本地仓库 HEAD，未逐实例核对线上镜像版本。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原生 Job 证据：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/workspace/volume/sto-gen2/agentFS/jobs_info/job-bangc-langtime-gpt-6-astra-ultra-1-torc-tion-fa-sparse-bf16-s011-20260908-195756-NNn2-cancel/cnagent-skill/.runtime/home/current/.codex/markdown/index.md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L59: 明确的目录边界规则。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L253/L284：find命令；完整输出在原生sessions/2026/09/08/rollout-2026-09-08T20-01-35-01a080e5-2107-75b2-8791-c8f147c1abb6.jsonl:308，包括wwwQ、DnWG、lINg、O8gP的ops目录。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L6027 附近：apply_patch 目标 Job 后缀错误，从 20260908-195756-NNn2 拼成 20260908-NNn2，报 No such file or directory。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当前能力边界：workspace/HOME 分开，Codex 使用 --yolo；没有证据证明已实施每 Job 的文件系统强隔离。</a:t>
            </a:r>
          </a:p>
          <a:p>
            <a:r>
              <a:rPr sz="11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目录白名单、真实路径校验和最小挂载属于待落地方案；其效果是验收目标，不是线上既成事实。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icrosoft YaHei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Microsoft YaHei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Microsoft YaHei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Microsoft YaHei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Microsoft YaHei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Microsoft YaHei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Microsoft YaHei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Microsoft YaHei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Microsoft YaHei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8211"/>
            <a:ext cx="521207" cy="448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" y="301752"/>
            <a:ext cx="10323576" cy="484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6324C"/>
                </a:solidFill>
                <a:latin typeface="Microsoft YaHei"/>
                <a:ea typeface="Microsoft YaHei"/>
                <a:cs typeface="Microsoft YaHei"/>
              </a:rPr>
              <a:t>小文件先耗尽 inode：盘还没满，Job 已无法落盘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23544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几千个同质化 Job 的依赖、缓存与中间产物，消耗的不只是 TB 容量，还有文件数额度。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07592"/>
            <a:ext cx="11064240" cy="0"/>
          </a:xfrm>
          <a:prstGeom prst="line">
            <a:avLst/>
          </a:prstGeom>
          <a:ln w="15875">
            <a:solidFill>
              <a:srgbClr val="16324C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66928" y="1463040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问题与发现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4188"/>
            <a:ext cx="7059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修复历史 + 真实 Job 收尾记录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4023360"/>
            <a:ext cx="11064240" cy="0"/>
          </a:xfrm>
          <a:prstGeom prst="line">
            <a:avLst/>
          </a:prstGeom>
          <a:ln w="11430">
            <a:solidFill>
              <a:srgbClr val="CBD4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66928" y="418795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解决方案与变化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29100"/>
            <a:ext cx="7059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已有自动清理；当前占用是清理启用后的状态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56231"/>
            <a:ext cx="119786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1856231"/>
            <a:ext cx="973836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每个文件、目录都要占 inode。大量 Job 重复保留运行环境、Git/子模块、编译缓存、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调试文件和原始轨迹，文件数可能先碰到上限；扩容 SSD 并不自动消除小文件压力。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24328"/>
            <a:ext cx="119786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怎么发现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2624328"/>
            <a:ext cx="97383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回溯修复：05-25 新增“小文件清理”（5cc0a1f）；08-26 补上 cnagent-test 清理，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又修复归档改名后路径失效造成的漏清。问题指向重复小文件累积，而不只是磁盘字节不足。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83280"/>
            <a:ext cx="1197864" cy="448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3383280"/>
            <a:ext cx="9738360" cy="448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sto-gen2 总容量 10.445 TB，服务端报送 inode 上限 318,767,099（约 3.19 亿）。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99432"/>
            <a:ext cx="1197864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自动清理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7" y="4599432"/>
            <a:ext cx="97383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Job 收尾清 .cnagent_tmp；按仓库删 .runtime/venv、.cache、.git/子模块、ref、build、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__pycache__、.pytest_cache；再清 .pt 张量、.cnperf-rep/.sqlite/.db/.cndump 数据及 core。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85816"/>
            <a:ext cx="119786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保留与兜底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7" y="5385816"/>
            <a:ext cx="9738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源码、结果和原生会话保留；trace 改软链接；成功/失败/取消均清，Scheduler 兜底。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97864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治理后实证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7" y="5852160"/>
            <a:ext cx="9738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Job …7x4W 已清 69 个临时目录＋13 条产物路径，生成代码和会话仍保留。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当前 inode：已用 84,791,781（26.6%），剩余 233,975,318；这是清理启用后的快照。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56248"/>
            <a:ext cx="11064240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依据：5cc0a1f、3aeb40c；Job …7x4W 收尾日志（09-08）；df -i 快照 2026-09-09 15:15。NFS 报送额度非 SSD 物理上限。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8211"/>
            <a:ext cx="521207" cy="448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" y="301752"/>
            <a:ext cx="10323576" cy="484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6324C"/>
                </a:solidFill>
                <a:latin typeface="Microsoft YaHei"/>
                <a:ea typeface="Microsoft YaHei"/>
                <a:cs typeface="Microsoft YaHei"/>
              </a:rPr>
              <a:t>API 半路出错：已吐出内容，也不代表本轮成功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23544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错误来自 HTTP、SSE 事件或网络传输，形式不同；自动恢复能续跑，但不等于无损恢复。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07592"/>
            <a:ext cx="11064240" cy="0"/>
          </a:xfrm>
          <a:prstGeom prst="line">
            <a:avLst/>
          </a:prstGeom>
          <a:ln w="15875">
            <a:solidFill>
              <a:srgbClr val="16324C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66928" y="1463040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问题与发现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4188"/>
            <a:ext cx="7059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线上已见 + 源码识别/测试覆盖；详见证据清单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4023360"/>
            <a:ext cx="11064240" cy="0"/>
          </a:xfrm>
          <a:prstGeom prst="line">
            <a:avLst/>
          </a:prstGeom>
          <a:ln w="11430">
            <a:solidFill>
              <a:srgbClr val="CBD4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66928" y="418795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解决方案与变化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29100"/>
            <a:ext cx="7059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默认完整缓冲已实现；主 session 恢复仍有损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56231"/>
            <a:ext cx="11064240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怎么发现：650 条 capacity 事件仍是 HTTP 200；还见断流、缺少完成事件，不能只看状态码。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12848"/>
            <a:ext cx="1289304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模型过载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12848"/>
            <a:ext cx="9710928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model_at_capacity / server_is_at_capacity / server_is_overloaded / capacity_error / at capacity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450591"/>
            <a:ext cx="11064240" cy="0"/>
          </a:xfrm>
          <a:prstGeom prst="line">
            <a:avLst/>
          </a:prstGeom>
          <a:ln w="5080">
            <a:solidFill>
              <a:srgbClr val="E5E9ED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66928" y="2465222"/>
            <a:ext cx="1289304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限流与鉴权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465222"/>
            <a:ext cx="9710928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429 / rate_limit_exceeded / rate_limited / too_many_requests；401 / 403 / invalid_api_key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702966"/>
            <a:ext cx="11064240" cy="0"/>
          </a:xfrm>
          <a:prstGeom prst="line">
            <a:avLst/>
          </a:prstGeom>
          <a:ln w="5080">
            <a:solidFill>
              <a:srgbClr val="E5E9ED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66928" y="2717596"/>
            <a:ext cx="1289304" cy="484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服务与网关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17596"/>
            <a:ext cx="9710928" cy="484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500 / 502 / 503 / 504 / 507 / 520；server_error / internal_server_error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service_unavailable / bad_gateway / gateway_timeout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3187598"/>
            <a:ext cx="11064240" cy="0"/>
          </a:xfrm>
          <a:prstGeom prst="line">
            <a:avLst/>
          </a:prstGeom>
          <a:ln w="5080">
            <a:solidFill>
              <a:srgbClr val="E5E9ED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66928" y="3202228"/>
            <a:ext cx="1289304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连接与断流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202228"/>
            <a:ext cx="9710928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ReadError / ReadTimeout / RemoteProtocolError；EOF、[DONE] 结束但没有 response.completed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3439972"/>
            <a:ext cx="11064240" cy="0"/>
          </a:xfrm>
          <a:prstGeom prst="line">
            <a:avLst/>
          </a:prstGeom>
          <a:ln w="5080">
            <a:solidFill>
              <a:srgbClr val="E5E9ED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66928" y="3454603"/>
            <a:ext cx="1289304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流内失败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454603"/>
            <a:ext cx="9710928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HTTP 200 之后仍出现 error / response.failed / response.incomplete：上游可能已输出文本/工具参数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3692347"/>
            <a:ext cx="11064240" cy="0"/>
          </a:xfrm>
          <a:prstGeom prst="line">
            <a:avLst/>
          </a:prstGeom>
          <a:ln w="5080">
            <a:solidFill>
              <a:srgbClr val="E5E9ED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66928" y="3706977"/>
            <a:ext cx="1289304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请求与模型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706977"/>
            <a:ext cx="9710928" cy="2523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6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context_length_exceeded / invalid_request_error / content_policy_violation；账号不支持该模型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3944721"/>
            <a:ext cx="11064240" cy="0"/>
          </a:xfrm>
          <a:prstGeom prst="line">
            <a:avLst/>
          </a:prstGeom>
          <a:ln w="5080">
            <a:solidFill>
              <a:srgbClr val="E5E9ED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66928" y="4599432"/>
            <a:ext cx="1197864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调用层截获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7" y="4599432"/>
            <a:ext cx="973836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Stabilizer 默认完整缓存本轮 Responses：收到合法 response.completed 且正常收尾后，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才交付文本/工具调用；批量 Agent 任务无需“逐字直播”。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321808"/>
            <a:ext cx="119786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失败先吸收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2807" y="5321808"/>
            <a:ext cx="973836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半截输出全部丢弃；capacity / 429 / 5xx / 断流按预算重放、必要时切账号。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context_length_exceeded 等保留原码交给上层处理，不盲目重试、不伪造成功。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044184"/>
            <a:ext cx="119786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恢复仍有损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2807" y="6044184"/>
            <a:ext cx="97383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Job 可恢复主 session；subagent 需重建。已保存文件仍在，未落盘的子任务上下文/结果可能丢失。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56248"/>
            <a:ext cx="11064240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依据：健康事件截至 09-09 16:04（650 条 capacity）；main.py 分类；response_delivery.py 与测试；f757a78 默认缓冲；README 恢复边界。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8211"/>
            <a:ext cx="521207" cy="448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" y="301752"/>
            <a:ext cx="10323576" cy="484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6324C"/>
                </a:solidFill>
                <a:latin typeface="Microsoft YaHei"/>
                <a:ea typeface="Microsoft YaHei"/>
                <a:cs typeface="Microsoft YaHei"/>
              </a:rPr>
              <a:t>目录边界会被遗忘：Skill 不能代替文件系统隔离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23544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任务长、路径长、相似 Job 多：自然语言约束可能失效，拼错一段路径也会把读写指向错误位置。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07592"/>
            <a:ext cx="11064240" cy="0"/>
          </a:xfrm>
          <a:prstGeom prst="line">
            <a:avLst/>
          </a:prstGeom>
          <a:ln w="15875">
            <a:solidFill>
              <a:srgbClr val="16324C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66928" y="1463040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问题与发现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4188"/>
            <a:ext cx="7059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同一 Job 的规则、工具调用与报错可直接对照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4023360"/>
            <a:ext cx="11064240" cy="0"/>
          </a:xfrm>
          <a:prstGeom prst="line">
            <a:avLst/>
          </a:prstGeom>
          <a:ln w="11430">
            <a:solidFill>
              <a:srgbClr val="CBD4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66928" y="418795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解决方案与变化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29100"/>
            <a:ext cx="7059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已有逻辑隔离；强制访问隔离与路径护栏待落地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56231"/>
            <a:ext cx="1197864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规则写了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1856231"/>
            <a:ext cx="97383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Skill 明确要求只在指定 workspace 工作，禁止进入、阅读、复制其他 Job、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任何 cnagent-test 以及其他挂载卷结果。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96896"/>
            <a:ext cx="11978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仍越界扫描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2596896"/>
            <a:ext cx="9738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同一 Job 随后执行 find /workspace/volume/sto-gen2，列出其他 Job 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ops/flash_attention_forward 路径：工作区之外的其他任务目录，仍然可以被扫描到。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64992"/>
            <a:ext cx="1197864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45" b="1" lang="zh-CN">
                <a:solidFill>
                  <a:srgbClr val="205780"/>
                </a:solidFill>
                <a:latin typeface="Microsoft YaHei"/>
                <a:ea typeface="Microsoft YaHei"/>
                <a:cs typeface="Microsoft YaHei"/>
              </a:rPr>
              <a:t>还会拼错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3364992"/>
            <a:ext cx="973836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apply_patch 将 …20260908-195756-NNn2/… 写成 …20260908-NNn2/…，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漏掉 195756，随即报 No such file or directory；补丁没有写入预期文件。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99432"/>
            <a:ext cx="1197864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已有措施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7" y="4599432"/>
            <a:ext cx="97383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每 Job 独立 workspace / HOME，再加 Skill 规则；但 Codex 仍以 --yolo 启动，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这只是逻辑组织，不是“只能看见和写入自己目录”的强制访问控制。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40096"/>
            <a:ext cx="1197864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待落地方案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7" y="5340096"/>
            <a:ext cx="9738360" cy="576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按 Job 挂载独立可写目录，共享依赖只读；文件工具从可信 workspace 根目录定位，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接收相对路径，校验 Job ID、父目录和符号链接，拒绝跨根读写。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89904"/>
            <a:ext cx="1197864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F715D"/>
                </a:solidFill>
                <a:latin typeface="Microsoft YaHei"/>
                <a:ea typeface="Microsoft YaHei"/>
                <a:cs typeface="Microsoft YaHei"/>
              </a:rPr>
              <a:t>预期变化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7" y="6089904"/>
            <a:ext cx="9738360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B242F"/>
                </a:solidFill>
                <a:latin typeface="Microsoft YaHei"/>
                <a:ea typeface="Microsoft YaHei"/>
                <a:cs typeface="Microsoft YaHei"/>
              </a:rPr>
              <a:t>其他 Job 目录不可见，越界访问被拒绝；错 Job ID 在落盘前报错，不再依赖模型记住目录约束。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56248"/>
            <a:ext cx="11064240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46E79"/>
                </a:solidFill>
                <a:latin typeface="Microsoft YaHei"/>
                <a:ea typeface="Microsoft YaHei"/>
                <a:cs typeface="Microsoft YaHei"/>
              </a:rPr>
              <a:t>依据：Job …NNn2-cancel 原生 markdown（规则/全卷 find/漏写195756）；agent_runner Codex 启动参数。保留事实与待实施方案的边界。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crosoft YaHei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crosoft YaHei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cnagent：三个最重要的问题、证据与解决方案</dc:title>
  <dc:subject>inode 与 Job 清理；API 稳定交付；目录边界与路径错误</dc:subject>
  <dc:creator>cnagent-infra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