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icrosoft YaHei"/>
          <a:ea typeface="Microsoft YaHei"/>
          <a:cs typeface="Microsoft YaHe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Microsoft YaHei"/>
        <a:buChar char="•"/>
        <a:defRPr sz="3200" kern="1200">
          <a:solidFill>
            <a:schemeClr val="tx1"/>
          </a:solidFill>
          <a:latin typeface="Microsoft YaHei"/>
          <a:ea typeface="Microsoft YaHei"/>
          <a:cs typeface="Microsoft YaHei"/>
        </a:defRPr>
      </a:lvl1pPr>
      <a:lvl2pPr marL="742950" indent="-285750" algn="l" defTabSz="457200" rtl="0" eaLnBrk="1" latinLnBrk="0" hangingPunct="1">
        <a:spcBef>
          <a:spcPct val="20000"/>
        </a:spcBef>
        <a:buFont typeface="Microsoft YaHei"/>
        <a:buChar char="–"/>
        <a:defRPr sz="2800" kern="1200">
          <a:solidFill>
            <a:schemeClr val="tx1"/>
          </a:solidFill>
          <a:latin typeface="Microsoft YaHei"/>
          <a:ea typeface="Microsoft YaHei"/>
          <a:cs typeface="Microsoft YaHei"/>
        </a:defRPr>
      </a:lvl2pPr>
      <a:lvl3pPr marL="1143000" indent="-228600" algn="l" defTabSz="457200" rtl="0" eaLnBrk="1" latinLnBrk="0" hangingPunct="1">
        <a:spcBef>
          <a:spcPct val="20000"/>
        </a:spcBef>
        <a:buFont typeface="Microsoft YaHei"/>
        <a:buChar char="•"/>
        <a:defRPr sz="2400" kern="1200">
          <a:solidFill>
            <a:schemeClr val="tx1"/>
          </a:solidFill>
          <a:latin typeface="Microsoft YaHei"/>
          <a:ea typeface="Microsoft YaHei"/>
          <a:cs typeface="Microsoft YaHei"/>
        </a:defRPr>
      </a:lvl3pPr>
      <a:lvl4pPr marL="1600200" indent="-228600" algn="l" defTabSz="457200" rtl="0" eaLnBrk="1" latinLnBrk="0" hangingPunct="1">
        <a:spcBef>
          <a:spcPct val="20000"/>
        </a:spcBef>
        <a:buFont typeface="Microsoft YaHei"/>
        <a:buChar char="–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4pPr>
      <a:lvl5pPr marL="2057400" indent="-228600" algn="l" defTabSz="457200" rtl="0" eaLnBrk="1" latinLnBrk="0" hangingPunct="1">
        <a:spcBef>
          <a:spcPct val="20000"/>
        </a:spcBef>
        <a:buFont typeface="Microsoft YaHei"/>
        <a:buChar char="»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5pPr>
      <a:lvl6pPr marL="2514600" indent="-228600" algn="l" defTabSz="457200" rtl="0" eaLnBrk="1" latinLnBrk="0" hangingPunct="1">
        <a:spcBef>
          <a:spcPct val="20000"/>
        </a:spcBef>
        <a:buFont typeface="Microsoft YaHei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6pPr>
      <a:lvl7pPr marL="2971800" indent="-228600" algn="l" defTabSz="457200" rtl="0" eaLnBrk="1" latinLnBrk="0" hangingPunct="1">
        <a:spcBef>
          <a:spcPct val="20000"/>
        </a:spcBef>
        <a:buFont typeface="Microsoft YaHei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7pPr>
      <a:lvl8pPr marL="3429000" indent="-228600" algn="l" defTabSz="457200" rtl="0" eaLnBrk="1" latinLnBrk="0" hangingPunct="1">
        <a:spcBef>
          <a:spcPct val="20000"/>
        </a:spcBef>
        <a:buFont typeface="Microsoft YaHei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8pPr>
      <a:lvl9pPr marL="3886200" indent="-228600" algn="l" defTabSz="457200" rtl="0" eaLnBrk="1" latinLnBrk="0" hangingPunct="1">
        <a:spcBef>
          <a:spcPct val="20000"/>
        </a:spcBef>
        <a:buFont typeface="Microsoft YaHei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594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" y="356616"/>
            <a:ext cx="10158984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小文件过多：空间没满，却写不进文件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24128"/>
            <a:ext cx="10908792" cy="0"/>
          </a:xfrm>
          <a:prstGeom prst="line">
            <a:avLst/>
          </a:prstGeom>
          <a:ln w="13970">
            <a:solidFill>
              <a:srgbClr val="205780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1216152"/>
            <a:ext cx="10908792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问题：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3995928"/>
            <a:ext cx="10908792" cy="0"/>
          </a:xfrm>
          <a:prstGeom prst="line">
            <a:avLst/>
          </a:prstGeom>
          <a:ln w="10160">
            <a:solidFill>
              <a:srgbClr val="CBD4DB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4187952"/>
            <a:ext cx="10908792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F715D"/>
                </a:solidFill>
                <a:latin typeface="Microsoft YaHei"/>
                <a:ea typeface="Microsoft YaHei"/>
                <a:cs typeface="Microsoft YaHei"/>
              </a:rPr>
              <a:t>解决办法：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746504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746504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例如：一个 10 TB 的挂载卷供上千个 Agent 使用，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每个任务都重复克隆代码、安装依赖，产生大量缓存和中间小文件。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761488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61488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即使磁盘还有空间，inode（文件和目录的记录额度）也可能先耗尽，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导致无法新建文件。文件数量与字节容量，是两个不同的限制。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663440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4663440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任务结束即清理：删除无需保留的虚拟环境、依赖副本、Git 元数据、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编译/测试缓存、临时数据和崩溃转储。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340096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5340096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保留最终代码、结果、报告和会话记录；公共依赖共享只读，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避免每个任务重复保存一整套文件。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6016752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6016752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成功、失败、取消都执行清理，同时监控磁盘空间和 inode；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让小文件随任务结束被回收，不随历史任务永久堆积。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594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" y="356616"/>
            <a:ext cx="10158984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API 异常：输出到一半，任务突然中断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24128"/>
            <a:ext cx="10908792" cy="0"/>
          </a:xfrm>
          <a:prstGeom prst="line">
            <a:avLst/>
          </a:prstGeom>
          <a:ln w="13970">
            <a:solidFill>
              <a:srgbClr val="205780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1216152"/>
            <a:ext cx="10908792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问题：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3995928"/>
            <a:ext cx="10908792" cy="0"/>
          </a:xfrm>
          <a:prstGeom prst="line">
            <a:avLst/>
          </a:prstGeom>
          <a:ln w="10160">
            <a:solidFill>
              <a:srgbClr val="CBD4DB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4187952"/>
            <a:ext cx="10908792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F715D"/>
                </a:solidFill>
                <a:latin typeface="Microsoft YaHei"/>
                <a:ea typeface="Microsoft YaHei"/>
                <a:cs typeface="Microsoft YaHei"/>
              </a:rPr>
              <a:t>解决办法：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682496"/>
            <a:ext cx="10872216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6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不同厂商报错各异；流式输出到一半，仍可能因过载、限流或断线失败。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85416"/>
            <a:ext cx="1261872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模型过载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2185416"/>
            <a:ext cx="9518904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at capacity / model_at_capacity / server_is_at_capacity / server_is_overloaded / capacity_error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468880"/>
            <a:ext cx="1261872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限流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7" y="2468880"/>
            <a:ext cx="9518904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429 / rate_limit_exceeded / rate_limited / too_many_requests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752344"/>
            <a:ext cx="1261872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鉴权与权限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7" y="2752344"/>
            <a:ext cx="9518904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401 / 403 / invalid_api_key / Authentication failed / permission denied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035808"/>
            <a:ext cx="1261872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服务与网关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7" y="3035808"/>
            <a:ext cx="9518904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500 / 502 / 503 / 504 / 507 / 520；server_error / internal_server_error / bad_gateway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3319272"/>
            <a:ext cx="1261872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连接与断流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9967" y="3319272"/>
            <a:ext cx="9518904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ReadError / ReadTimeout / RemoteProtocolError；response.failed / response.incomplete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602736"/>
            <a:ext cx="1261872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请求错误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3602736"/>
            <a:ext cx="9518904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context_length_exceeded / invalid_request_error / content_policy_violation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4663440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663440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加一层稳定服务（Stabilizer）：先完整接收并确认响应成功，再交给 Agent；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中途失败的半截文本和工具调用不交付，批量任务无需逐字实时输出。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5340096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19" y="5340096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按错误分类处理：过载、429、部分 5xx 和断流，限次退避重试；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鉴权/权限错误先修配置，上下文过长先缩减，不把所有错误都当成重试。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" y="6016752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19" y="6016752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保留检查点，支持任务恢复。但仅恢复主会话时，子 Agent 仍需重启重做，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未持久化的子任务上下文和结果可能丢失——恢复并不等于无损。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594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" y="356616"/>
            <a:ext cx="10158984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目录越界：写了限制，Agent 仍可能忘记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24128"/>
            <a:ext cx="10908792" cy="0"/>
          </a:xfrm>
          <a:prstGeom prst="line">
            <a:avLst/>
          </a:prstGeom>
          <a:ln w="13970">
            <a:solidFill>
              <a:srgbClr val="205780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1216152"/>
            <a:ext cx="10908792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205780"/>
                </a:solidFill>
                <a:latin typeface="Microsoft YaHei"/>
                <a:ea typeface="Microsoft YaHei"/>
                <a:cs typeface="Microsoft YaHei"/>
              </a:rPr>
              <a:t>问题：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3995928"/>
            <a:ext cx="10908792" cy="0"/>
          </a:xfrm>
          <a:prstGeom prst="line">
            <a:avLst/>
          </a:prstGeom>
          <a:ln w="10160">
            <a:solidFill>
              <a:srgbClr val="CBD4DB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4187952"/>
            <a:ext cx="10908792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F715D"/>
                </a:solidFill>
                <a:latin typeface="Microsoft YaHei"/>
                <a:ea typeface="Microsoft YaHei"/>
                <a:cs typeface="Microsoft YaHei"/>
              </a:rPr>
              <a:t>解决办法：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737360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737360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提示或 Skill 写着“只准在当前任务目录工作”，但任务一长，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Agent 仍可能忘记约束，去查看、参考其他任务已经生成的代码。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651760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651760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路径也可能偶发漏写一段。例如应写 /work/jobs/task-a/src/，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却写成 /work/task-a/src/，把 jobs 这一层漏掉。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502152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3502152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错误路径不存在，就报文件找不到；如果恰好存在，就可能写错位置。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4663440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663440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每个任务放入独立沙箱：只挂载自己的可写目录，公共依赖只读，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其他任务的目录不可见。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5340096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5340096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文件工具使用固定任务根目录和相对路径；校验归属、父目录与符号链接，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越界路径直接拒绝，检查通过后才创建目录、写入文件。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6016752"/>
            <a:ext cx="21031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6016752"/>
            <a:ext cx="10588752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把隔离和校验做成系统强制规则：模型即使忘记提示、拼错路径，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B242F"/>
                </a:solidFill>
                <a:latin typeface="Microsoft YaHei"/>
                <a:ea typeface="Microsoft YaHei"/>
                <a:cs typeface="Microsoft YaHei"/>
              </a:rPr>
              <a:t>也不能越过任务的读写边界。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icrosoft YaHei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Microsoft YaHei"/>
        <a:font script="Hebr" typeface="Microsoft YaHei"/>
        <a:font script="Thai" typeface="Microsoft YaHei"/>
        <a:font script="Ethi" typeface="Microsoft YaHei"/>
        <a:font script="Beng" typeface="Microsoft YaHei"/>
        <a:font script="Gujr" typeface="Microsoft YaHei"/>
        <a:font script="Khmr" typeface="Microsoft YaHei"/>
        <a:font script="Knda" typeface="Microsoft YaHei"/>
        <a:font script="Guru" typeface="Microsoft YaHei"/>
        <a:font script="Cans" typeface="Microsoft YaHei"/>
        <a:font script="Cher" typeface="Microsoft YaHei"/>
        <a:font script="Yiii" typeface="Microsoft YaHei"/>
        <a:font script="Tibt" typeface="Microsoft YaHei"/>
        <a:font script="Thaa" typeface="Microsoft YaHei"/>
        <a:font script="Deva" typeface="Microsoft YaHei"/>
        <a:font script="Telu" typeface="Microsoft YaHei"/>
        <a:font script="Taml" typeface="Microsoft YaHei"/>
        <a:font script="Syrc" typeface="Microsoft YaHei"/>
        <a:font script="Orya" typeface="Microsoft YaHei"/>
        <a:font script="Mlym" typeface="Microsoft YaHei"/>
        <a:font script="Laoo" typeface="Microsoft YaHei"/>
        <a:font script="Sinh" typeface="Microsoft YaHei"/>
        <a:font script="Mong" typeface="Microsoft YaHei"/>
        <a:font script="Viet" typeface="Microsoft YaHei"/>
        <a:font script="Uigh" typeface="Microsoft YaHei"/>
        <a:font script="Geor" typeface="Microsoft YaHei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Microsoft YaHei"/>
        <a:font script="Hebr" typeface="Microsoft YaHei"/>
        <a:font script="Thai" typeface="Microsoft YaHei"/>
        <a:font script="Ethi" typeface="Microsoft YaHei"/>
        <a:font script="Beng" typeface="Microsoft YaHei"/>
        <a:font script="Gujr" typeface="Microsoft YaHei"/>
        <a:font script="Khmr" typeface="Microsoft YaHei"/>
        <a:font script="Knda" typeface="Microsoft YaHei"/>
        <a:font script="Guru" typeface="Microsoft YaHei"/>
        <a:font script="Cans" typeface="Microsoft YaHei"/>
        <a:font script="Cher" typeface="Microsoft YaHei"/>
        <a:font script="Yiii" typeface="Microsoft YaHei"/>
        <a:font script="Tibt" typeface="Microsoft YaHei"/>
        <a:font script="Thaa" typeface="Microsoft YaHei"/>
        <a:font script="Deva" typeface="Microsoft YaHei"/>
        <a:font script="Telu" typeface="Microsoft YaHei"/>
        <a:font script="Taml" typeface="Microsoft YaHei"/>
        <a:font script="Syrc" typeface="Microsoft YaHei"/>
        <a:font script="Orya" typeface="Microsoft YaHei"/>
        <a:font script="Mlym" typeface="Microsoft YaHei"/>
        <a:font script="Laoo" typeface="Microsoft YaHei"/>
        <a:font script="Sinh" typeface="Microsoft YaHei"/>
        <a:font script="Mong" typeface="Microsoft YaHei"/>
        <a:font script="Viet" typeface="Microsoft YaHei"/>
        <a:font script="Uigh" typeface="Microsoft YaHei"/>
        <a:font script="Geor"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使用中的三个问题与解决办法</dc:title>
  <dc:subject>海量小文件；API异常；目录越界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